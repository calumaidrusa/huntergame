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sd81/Documents/Claude/01-Game/public/images/ui/login-title-pla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4" y="502920"/>
            <a:ext cx="5212080" cy="1858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80183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R U K U   W O R D   A R C H E 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2773375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用遊戲學原住民族語 —— 聽發音、拼出單字，就射箭擊中獵物得分。</a:t>
            </a:r>
            <a:endParaRPr lang="en-US" sz="1550" dirty="0"/>
          </a:p>
        </p:txBody>
      </p:sp>
      <p:pic>
        <p:nvPicPr>
          <p:cNvPr id="5" name="Image 1" descr="C:/Users/asd81/Documents/Claude/01-Game/public/images/ui/v2-hunter-truku-a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063240"/>
            <a:ext cx="174879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0520" y="3429000"/>
            <a:ext cx="2286000" cy="2286000"/>
          </a:xfrm>
          <a:prstGeom prst="ellipse">
            <a:avLst/>
          </a:prstGeom>
          <a:solidFill>
            <a:srgbClr val="D99A2B">
              <a:alpha val="18000"/>
            </a:srgbClr>
          </a:solidFill>
          <a:ln/>
        </p:spPr>
      </p:sp>
      <p:pic>
        <p:nvPicPr>
          <p:cNvPr id="7" name="Image 2" descr="C:/Users/asd81/Documents/Claude/01-Game/public/images/ui/v2-prey-placeh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703320"/>
            <a:ext cx="1737360" cy="17373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1480" y="5623560"/>
            <a:ext cx="6739128" cy="2880360"/>
          </a:xfrm>
          <a:prstGeom prst="roundRect">
            <a:avLst>
              <a:gd name="adj" fmla="val 4444"/>
            </a:avLst>
          </a:prstGeom>
          <a:solidFill>
            <a:srgbClr val="0C2010">
              <a:alpha val="84000"/>
            </a:srgbClr>
          </a:solidFill>
          <a:ln w="12700">
            <a:solidFill>
              <a:srgbClr val="D99A2B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11480" y="5806440"/>
            <a:ext cx="673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 種 玩 法 · 由 淺 入 深</a:t>
            </a:r>
            <a:endParaRPr lang="en-US" sz="1800" dirty="0"/>
          </a:p>
        </p:txBody>
      </p:sp>
      <p:pic>
        <p:nvPicPr>
          <p:cNvPr id="10" name="Image 3" descr="C:/Users/asd81/Documents/Claude/01-Game/public/images/ui/v2-level-icon-1-list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" y="6400800"/>
            <a:ext cx="1024128" cy="10241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0644" y="7424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43484" y="76626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音選詞</a:t>
            </a:r>
            <a:endParaRPr lang="en-US" sz="1350" dirty="0"/>
          </a:p>
        </p:txBody>
      </p:sp>
      <p:pic>
        <p:nvPicPr>
          <p:cNvPr id="13" name="Image 4" descr="C:/Users/asd81/Documents/Claude/01-Game/public/images/ui/v2-level-icon-2-fillbla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812" y="6400800"/>
            <a:ext cx="1024128" cy="10241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24812" y="7424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787652" y="76626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填空</a:t>
            </a:r>
            <a:endParaRPr lang="en-US" sz="1350" dirty="0"/>
          </a:p>
        </p:txBody>
      </p:sp>
      <p:pic>
        <p:nvPicPr>
          <p:cNvPr id="16" name="Image 5" descr="C:/Users/asd81/Documents/Claude/01-Game/public/images/ui/v2-level-icon-3-dict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8980" y="6400800"/>
            <a:ext cx="1024128" cy="10241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268980" y="7424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3131820" y="76626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聽打</a:t>
            </a:r>
            <a:endParaRPr lang="en-US" sz="1350" dirty="0"/>
          </a:p>
        </p:txBody>
      </p:sp>
      <p:pic>
        <p:nvPicPr>
          <p:cNvPr id="19" name="Image 6" descr="C:/Users/asd81/Documents/Claude/01-Game/public/images/ui/v2-level-icon-4-lookpi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148" y="6400800"/>
            <a:ext cx="1024128" cy="10241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613148" y="7424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4475988" y="76626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看圖選詞</a:t>
            </a:r>
            <a:endParaRPr lang="en-US" sz="1350" dirty="0"/>
          </a:p>
        </p:txBody>
      </p:sp>
      <p:pic>
        <p:nvPicPr>
          <p:cNvPr id="22" name="Image 7" descr="C:/Users/asd81/Documents/Claude/01-Game/public/images/ui/v2-level-icon-5-blind-lock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7316" y="6400800"/>
            <a:ext cx="1024128" cy="102412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957316" y="7424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820156" y="76626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盲打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457200" y="80924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C1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 族語別</a:t>
            </a:r>
            <a:pPr algn="ctr" indent="0" marL="0">
              <a:buNone/>
            </a:pPr>
            <a:r>
              <a:rPr lang="en-US" sz="1350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ctr" indent="0" marL="0">
              <a:buNone/>
            </a:pPr>
            <a:r>
              <a:rPr lang="en-US" sz="13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真人發音</a:t>
            </a:r>
            <a:pPr algn="ctr" indent="0" marL="0">
              <a:buNone/>
            </a:pPr>
            <a:r>
              <a:rPr lang="en-US" sz="1350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ctr" indent="0" marL="0">
              <a:buNone/>
            </a:pPr>
            <a:r>
              <a:rPr lang="en-US" sz="13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累計排行榜</a:t>
            </a:r>
            <a:pPr algn="ctr" indent="0" marL="0">
              <a:buNone/>
            </a:pPr>
            <a:r>
              <a:rPr lang="en-US" sz="1350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ctr" indent="0" marL="0">
              <a:buNone/>
            </a:pPr>
            <a:r>
              <a:rPr lang="en-US" sz="13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訪客即玩</a:t>
            </a:r>
            <a:pPr algn="ctr" indent="0" marL="0">
              <a:buNone/>
            </a:pPr>
            <a:r>
              <a:rPr lang="en-US" sz="1350" dirty="0">
                <a:solidFill>
                  <a:srgbClr val="D99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ctr" indent="0" marL="0">
              <a:buNone/>
            </a:pPr>
            <a:r>
              <a:rPr lang="en-US" sz="1350" dirty="0">
                <a:solidFill>
                  <a:srgbClr val="F5E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電腦手機皆可</a:t>
            </a:r>
            <a:endParaRPr lang="en-US" sz="1350" dirty="0"/>
          </a:p>
        </p:txBody>
      </p:sp>
      <p:sp>
        <p:nvSpPr>
          <p:cNvPr id="26" name="Shape 16"/>
          <p:cNvSpPr/>
          <p:nvPr/>
        </p:nvSpPr>
        <p:spPr>
          <a:xfrm>
            <a:off x="1033272" y="8823960"/>
            <a:ext cx="5486400" cy="868680"/>
          </a:xfrm>
          <a:prstGeom prst="roundRect">
            <a:avLst>
              <a:gd name="adj" fmla="val 14737"/>
            </a:avLst>
          </a:prstGeom>
          <a:solidFill>
            <a:srgbClr val="D99A2B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Text 17"/>
          <p:cNvSpPr/>
          <p:nvPr/>
        </p:nvSpPr>
        <p:spPr>
          <a:xfrm>
            <a:off x="1033272" y="88239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31C0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http://142.93.3.132/</a:t>
            </a:r>
            <a:endParaRPr lang="en-US" sz="2700" dirty="0"/>
          </a:p>
        </p:txBody>
      </p:sp>
      <p:sp>
        <p:nvSpPr>
          <p:cNvPr id="28" name="Text 18"/>
          <p:cNvSpPr/>
          <p:nvPr/>
        </p:nvSpPr>
        <p:spPr>
          <a:xfrm>
            <a:off x="457200" y="9802368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DC9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　打開瀏覽器就能玩　·　電腦、手機皆可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57200" y="10222992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9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文化尊重：採通用奇幻弓箭手風格，不挪用特定族群紋面／織紋等文化符號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族語射手</dc:creator>
  <cp:lastModifiedBy>族語射手</cp:lastModifiedBy>
  <cp:revision>1</cp:revision>
  <dcterms:created xsi:type="dcterms:W3CDTF">2026-07-06T13:30:55Z</dcterms:created>
  <dcterms:modified xsi:type="dcterms:W3CDTF">2026-07-06T13:30:55Z</dcterms:modified>
</cp:coreProperties>
</file>