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600200"/>
            <a:ext cx="3657600" cy="3657600"/>
          </a:xfrm>
          <a:prstGeom prst="ellipse">
            <a:avLst/>
          </a:prstGeom>
          <a:solidFill>
            <a:srgbClr val="D99A2B">
              <a:alpha val="22000"/>
            </a:srgbClr>
          </a:solidFill>
          <a:ln/>
        </p:spPr>
      </p:sp>
      <p:pic>
        <p:nvPicPr>
          <p:cNvPr id="3" name="Image 0" descr="C:/Users/asd81/Documents/Claude/01-Game/public/images/ui/v2-prey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96596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C1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原住民族語　學習遊戲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16002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C1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族語射手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spc="400" kern="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TRUKU WORD ARCHER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8E4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用遊戲學族語 —— 聽發音、拼出單字，就射箭擊中獵物得分。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029200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D99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502920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4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立即試玩　</a:t>
            </a:r>
            <a:pPr algn="ctr" indent="0" marL="0">
              <a:buNone/>
            </a:pPr>
            <a:r>
              <a:rPr lang="en-US" sz="1600" b="1" dirty="0">
                <a:solidFill>
                  <a:srgbClr val="2A24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http://142.93.3.132/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3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電腦・手機皆可　免安裝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為什麼做這個？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E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　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原住民族語是珍貴、卻正在流失的文化資產。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傳統背誦枯燥、學習門檻高，學生不易維持動機。</a:t>
            </a:r>
            <a:endParaRPr lang="en-US" sz="15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5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課堂需要更有吸引力、能重複練習的工具。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715000" y="3246120"/>
            <a:ext cx="777240" cy="822960"/>
          </a:xfrm>
          <a:prstGeom prst="rightArrow">
            <a:avLst/>
          </a:prstGeom>
          <a:solidFill>
            <a:srgbClr val="D99A2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55448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23491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1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我們的做法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246888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把「背單字」變成一關一關的射擊闖關遊戲。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聽發音、看提示、拼對字 → 射箭擊中獵物得分。</a:t>
            </a:r>
            <a:endParaRPr lang="en-US" sz="15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5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降低學習阻力，邊玩邊記；課堂帶動、自學都適用。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42 種原住民族語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太魯閣語為主，涵蓋 42 族語別，可自由切換學習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68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E5E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原住民族語別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52044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468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1,000+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0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E5E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太魯閣語詞彙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468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46520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E5E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難度分級（初/中/高/地獄）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09828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2468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圖＋音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235440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E5E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真人發音 · 詞彙插圖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/ 音取自族語 E 樂園（klokah）教學資源。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五種玩法，由淺入深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每一關一種玩法；答對沿木步道前進、答錯扣血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EEF3E7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746504"/>
            <a:ext cx="548640" cy="548640"/>
          </a:xfrm>
          <a:prstGeom prst="ellipse">
            <a:avLst/>
          </a:prstGeom>
          <a:solidFill>
            <a:srgbClr val="2E5E3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46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6550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1　音選詞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94960" y="165506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聽發音，從選項中選出正確的字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569464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4F7F0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715768"/>
            <a:ext cx="548640" cy="548640"/>
          </a:xfrm>
          <a:prstGeom prst="ellipse">
            <a:avLst/>
          </a:prstGeom>
          <a:solidFill>
            <a:srgbClr val="2E5E3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26243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2　填空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262432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看打散的字母提示，拼出完整單字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3538728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EEF3E7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3685032"/>
            <a:ext cx="548640" cy="548640"/>
          </a:xfrm>
          <a:prstGeom prst="ellipse">
            <a:avLst/>
          </a:prstGeom>
          <a:solidFill>
            <a:srgbClr val="2E5E3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3593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3　聽打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359359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聽發音直接打字，附長度與字母提示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507992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4F7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" y="4654296"/>
            <a:ext cx="548640" cy="548640"/>
          </a:xfrm>
          <a:prstGeom prst="ellipse">
            <a:avLst/>
          </a:prstGeom>
          <a:solidFill>
            <a:srgbClr val="2E5E3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4654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456285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4　看圖選詞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4562856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看插圖辨識，選出對應的族語詞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31520" y="5477256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EEF3E7"/>
          </a:solidFill>
          <a:ln/>
        </p:spPr>
      </p:sp>
      <p:sp>
        <p:nvSpPr>
          <p:cNvPr id="25" name="Shape 23"/>
          <p:cNvSpPr/>
          <p:nvPr/>
        </p:nvSpPr>
        <p:spPr>
          <a:xfrm>
            <a:off x="932688" y="5623560"/>
            <a:ext cx="548640" cy="548640"/>
          </a:xfrm>
          <a:prstGeom prst="ellipse">
            <a:avLst/>
          </a:prstGeom>
          <a:solidFill>
            <a:srgbClr val="2E5E3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737360" y="5532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5　盲打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55321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憑記憶輸入，最高難度挑戰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亮點特色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C:/Users/asd81/Documents/Claude/01-Game/public/images/ui/v2-ui-icon-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801368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57400" y="181965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 + 累計排行榜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28346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適合課堂競賽，看誰記得多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9120" y="150876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C:/Users/asd81/Documents/Claude/01-Game/public/images/ui/v2-ui-icon-p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801368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0" y="181965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訪客模式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28346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免註冊即開即玩（不記分）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46720" y="150876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C:/Users/asd81/Documents/Claude/01-Game/public/images/ui/v2-ui-icon-h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801368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72600" y="181965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提示系統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321040" y="28346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卡關可用提示，酌量扣分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1520" y="38404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C:/Users/asd81/Documents/Claude/01-Game/public/images/ui/v2-ui-icon-sou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33088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57400" y="415137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真人發音 + 音效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005840" y="51663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配背景音樂，木質叢林美術風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389120" y="38404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754880" y="4224528"/>
            <a:ext cx="713232" cy="713232"/>
          </a:xfrm>
          <a:prstGeom prst="ellipse">
            <a:avLst/>
          </a:prstGeom>
          <a:solidFill>
            <a:srgbClr val="D99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754880" y="42245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5715000" y="415137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 + 手機皆可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663440" y="51663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手機為直式「點字拼字」版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046720" y="38404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EEF3E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4" descr="C:/Users/asd81/Documents/Claude/01-Game/public/images/ui/v2-ui-icon-re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133088"/>
            <a:ext cx="914400" cy="914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72600" y="415137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34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可下載練習紀錄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321040" y="51663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方便課後自我複習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C1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馬上試玩，也歡迎帶進課堂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23491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5568" y="2011680"/>
            <a:ext cx="566928" cy="566928"/>
          </a:xfrm>
          <a:prstGeom prst="ellipse">
            <a:avLst/>
          </a:prstGeom>
          <a:solidFill>
            <a:srgbClr val="D99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1556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把網址發給學生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15568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0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用瀏覽器打開即可，免安裝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23491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18888" y="2011680"/>
            <a:ext cx="566928" cy="566928"/>
          </a:xfrm>
          <a:prstGeom prst="ellipse">
            <a:avLst/>
          </a:prstGeom>
          <a:solidFill>
            <a:srgbClr val="D99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1888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32120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老師建帳號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818888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0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讓學生登入、看排行榜比一比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23491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22208" y="2011680"/>
            <a:ext cx="566928" cy="566928"/>
          </a:xfrm>
          <a:prstGeom prst="ellipse">
            <a:avLst/>
          </a:prstGeom>
          <a:solidFill>
            <a:srgbClr val="D99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2220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235440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或按「訪客模式」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522208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0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免註冊，馬上快速體驗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51760" y="4434840"/>
            <a:ext cx="6858000" cy="868680"/>
          </a:xfrm>
          <a:prstGeom prst="roundRect">
            <a:avLst>
              <a:gd name="adj" fmla="val 12632"/>
            </a:avLst>
          </a:prstGeom>
          <a:solidFill>
            <a:srgbClr val="D99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51760" y="4434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E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http://142.93.3.132/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A3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電腦・手機皆可，免安裝　｜　文化尊重：通用奇幻弓箭手風格，不挪用特定族群文化符號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族語射手 TRUKU WORD ARCHER 遊戲介紹</dc:title>
  <dc:subject>PptxGenJS Presentation</dc:subject>
  <dc:creator>族語射手</dc:creator>
  <cp:lastModifiedBy>族語射手</cp:lastModifiedBy>
  <cp:revision>1</cp:revision>
  <dcterms:created xsi:type="dcterms:W3CDTF">2026-07-06T13:21:59Z</dcterms:created>
  <dcterms:modified xsi:type="dcterms:W3CDTF">2026-07-06T13:21:59Z</dcterms:modified>
</cp:coreProperties>
</file>